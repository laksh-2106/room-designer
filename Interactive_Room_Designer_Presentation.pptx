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Room Designer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Your Perfect Space with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Game Development Project with Generative AI Integration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3D interactive web application for home decor design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users to place furniture and customize wall colors in real-time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generative AI to suggest complete room designs based on style preferences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game development mechanics using Three.js and React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creativity with cutting-edge AI technology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Interactive Room: Fully rendered room with orbit camera controls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Placement: Add 6 types of furniture (sofas, chairs, tables, lamps, plants, bookshelves)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Customization: Choose from 8 carefully selected wall colors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Updates: See changes instantly as you interact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Click-based Selection: Select and remove furniture items with ease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Features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Design Styles: Modern, Minimalist, Traditional, Industrial, Bohemian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Suggestions: Generate 5 unique room designs per style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Color Schemes: Coordinated colors that match design aesthetics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Layouts: 5 different arrangement patterns per style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Apply: Instantly populate room with suggested design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 design style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5 AI suggestions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Apply preferred design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Customize further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 final design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Process: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3D canvas renders room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generates layout options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synchronization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persistence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interactions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Styles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&amp; Minimalist: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 lines, neutral colors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Focus on space &amp; essential items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Contemporary feel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&amp; Industrial: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Warm wood, classic furniture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Raw materials, urban aesthetic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Bohemian: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Eclectic mix of colors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 elements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Relaxed, artistic vibe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Coordination: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Style-specific palettes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Harmonious combinations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Interaction &amp; Camera Controls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Rotate: Click and drag with mouse to rotate view around the room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Zoom: Scroll wheel to zoom in and out for detailed inspection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Pan: Right-click and drag to move the view without rotation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Selection: Click on any furniture item to select it (highlights with gold ring)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Shadows &amp; Lighting: Dynamic shadows for realistic appearance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 Layout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Sidebar: Style selector, controls, and save button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Canvas: Large 3D room visualization (70% of screen)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Header: Title and subtitle with gradient background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Instructions: Helper text explaining camera controls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Panels: AI suggestions display with apply options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Types &amp; Customization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Furniture: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Sofa (2-seater)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Chair (single)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Table (dining/center)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Lamp (floor lamp)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Plant (potted plant)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 Options: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Position (X, Y, Z coordinates)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Rotation (360° adjustable)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 (style-specific)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Selection/Deletion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Multiple items at once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Suggestion Engine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Style-based Generation: Creates unique designs for each selected style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Coordination: Assigns colors from style-specific palettes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Patterns: 5 predefined furniture arrangement templates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Text: Each suggestion includes design explanation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Application: One-click to populate entire room design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19 (UI framework)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TypeScript (type safety)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 (build tool)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Three.js (3D graphics)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 &amp; Services: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Three Fiber (React + Three.js)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Three Drei (3D utilities)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 (database)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CSS-in-JS (styling)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Components: Room, Furniture, Scene, Controls, StyleSelector, SuggestionsPanel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Utilities: aiSuggestions (generation logic)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TypeScript definitions for all data structures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Services: Supabase client initialization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Assets: 3D models generated as geometric primitives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Data Persistence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Database: Stores user-created designs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room_designs Table: Contains style, wall color, furniture layout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Storage: Furniture items stored as JSON arrays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Association: Each design linked to user ID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Timestamps: Automatic creation date tracking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Geometric primitives (no heavy models)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Shadow mapping for realism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Environment presets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Optimized lighting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Component-based 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Efficient state 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 safety with TypeScript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file organization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User Workflow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Select Design Style: Choose from 5 available styles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Generate Suggestions: Click to see 5 AI-generated designs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Preview Designs: View wall colors and furniture count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Apply Design: Click to instantly populate the room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Fine-tune: Manually add/remove furniture or change wall color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Save: Store final design to database for future reference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Features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Notifications: Toast messages confirm all actions (added/removed/saved)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Feedback: Hover effects on buttons and furniture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Indicators: Gold ring highlights selected furniture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Instructions: On-screen helper text for camera controls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Design: Works seamlessly on different screen sizes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UX Principles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Gradient header (blue-purple)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Consistent spacing (8px grid)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color palette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Smooth transitions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Intuitive controls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Immediate feedback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information hierarchy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Error handling &amp; validation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Development Elements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Camera: 3D orbit controls similar to game cameras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Physics-based Shadows: Real-time shadow mapping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Detection: Raycasting for furniture selection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Management: Real-time updates of 3D scene state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Animation: Smooth transitions and hover effects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 Roadmap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Features: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authentication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 library &amp; history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Sharing &amp; collaboration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 as images/3D files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Features: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materials &amp; textures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Furniture library expansion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Room dimension customization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Mobile-optimized interface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Points to Highlight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3D Rendering: Smooth, responsive 3D graphics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Suggestions: Show variety of design options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Placement: Add/remove items dynamically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Color Changes: Instant visual updates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Integration: Save and load designs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3D graphics, game mechanics, and AI in one application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full-stack development: frontend, backend, database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 interface with professional design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AI integration for enhanced user experience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architecture ready for additional features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Room Designer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Beautiful Spaces with Technology &amp;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https://github.com/your-repo/interactive-room-designer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2026-03-05T10:06:01Z</dcterms:created>
  <dcterms:modified xsi:type="dcterms:W3CDTF">2026-03-05T10:06:01Z</dcterms:modified>
</cp:coreProperties>
</file>